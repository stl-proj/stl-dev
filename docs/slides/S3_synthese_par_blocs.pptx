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S3 croise une ondelette fine et une ondelette grossière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6454F"/>
                </a:solidFill>
                <a:latin typeface="Calibri"/>
              </a:rPr>
              <a:t>S3(j1, j3) = moyenne sur les pixels grossiers de  </a:t>
            </a:r>
            <a:r>
              <a:rPr sz="1600" b="1">
                <a:solidFill>
                  <a:srgbClr val="028090"/>
                </a:solidFill>
                <a:latin typeface="Calibri"/>
              </a:rPr>
              <a:t>ψ_j3 ⋆ D^(n−d) |ψ_j1 ⋆ x|</a:t>
            </a:r>
            <a:r>
              <a:rPr sz="1600" b="1">
                <a:solidFill>
                  <a:srgbClr val="36454F"/>
                </a:solidFill>
                <a:latin typeface="Calibri"/>
              </a:rPr>
              <a:t>  ×  conj(ψ_j3 ⋆ x)</a:t>
            </a:r>
            <a:r>
              <a:rPr sz="1300" b="0">
                <a:solidFill>
                  <a:srgbClr val="6B7780"/>
                </a:solidFill>
                <a:latin typeface="Calibri"/>
              </a:rPr>
              <a:t>     avec d = résolution de j1, n = résolution de j3</a:t>
            </a:r>
          </a:p>
        </p:txBody>
      </p:sp>
      <p:pic>
        <p:nvPicPr>
          <p:cNvPr id="4" name="Picture 3" descr="s3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11064240" cy="31318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492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S1 et S2 vivent à une seule échelle : </a:t>
            </a:r>
            <a:r>
              <a:rPr sz="1400" b="0">
                <a:solidFill>
                  <a:srgbClr val="36454F"/>
                </a:solidFill>
                <a:latin typeface="Calibri"/>
              </a:rPr>
              <a:t>on les traite naturellement niveau par niveau.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S3 relie deux échelles : </a:t>
            </a:r>
            <a:r>
              <a:rPr sz="1400" b="0">
                <a:solidFill>
                  <a:srgbClr val="36454F"/>
                </a:solidFill>
                <a:latin typeface="Calibri"/>
              </a:rPr>
              <a:t>le gradient d'un pixel grossier relit 4^(n−d) pixels fins à travers la chaîne, soit tout le ciel pour j1 = 0, j3 = J−1.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5349240"/>
            <a:ext cx="5212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À nside 2048 (50 M de pixels), un seul champ ψ ⋆ x complexe à L = 4 orientations pèse 3,2 Go, </a:t>
            </a:r>
            <a:r>
              <a:rPr sz="1400" b="1">
                <a:solidFill>
                  <a:srgbClr val="36454F"/>
                </a:solidFill>
                <a:latin typeface="Calibri"/>
              </a:rPr>
              <a:t>et la géométrie de convolution plein ciel 250 Go.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Impossible d'avoir tout le ciel en mémoire : il faut découper.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Découper la chaîne en blocs : la linéarité fait le travail</a:t>
            </a:r>
          </a:p>
        </p:txBody>
      </p:sp>
      <p:pic>
        <p:nvPicPr>
          <p:cNvPr id="3" name="Picture 2" descr="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949440" cy="35638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0" y="1325880"/>
            <a:ext cx="39319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Après le module, tout est linéaire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Décimation et ondelette grossière sont des opérateurs linéaires : la contribution de chaque bloc fin F_k se calcule seule et se somme au niveau grossier.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Un bloc à la fois, avec son halo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Le halo (quelques pixels : stencil de l'ondelette, cône de décimation) rend chaque bloc exact à l'intérieur ; les lignes de bord ne sont jamais utilisées.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Même taille de bloc à chaque niveau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Les niveaux grossiers, plus petits qu'un bloc, se traitent entiers : c'est l'ancien calcul plein ciel, là où il ne coûte rien.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Géométrie recalculée sur le GPU bloc par bloc : rien à stocker, ni géométrie ni champ plein ciel.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Un gradient exact assemblé par deux balayages</a:t>
            </a:r>
          </a:p>
        </p:txBody>
      </p:sp>
      <p:pic>
        <p:nvPicPr>
          <p:cNvPr id="3" name="Picture 2" descr="swe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766560" cy="32002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325880"/>
            <a:ext cx="411480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Perte globale, variable globale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Σ |S(x) − S(cible)|² sur toutes les familles ; la carte entière est la variable ; LBFGS avec recherche linéaire, comme la synthèse classique.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Montée : les statistiques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Niveau par niveau, bloc par bloc : sommes partielles des coefficients, et modules décimés m[d][n] poussés vers les niveaux grossiers (cartes réelles, 4 fois plus petites à chaque niveau).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28090"/>
                </a:solidFill>
                <a:latin typeface="Calibri"/>
              </a:rPr>
              <a:t>Descente : le gradient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6454F"/>
                </a:solidFill>
                <a:latin typeface="Calibri"/>
              </a:rPr>
              <a:t>Cotangents des coefficients, puis en sens inverse : transposées de la chaîne, dérivée du module, adjoint de l'ondelette, accumulés sur la carte.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6B7780"/>
                </a:solidFill>
                <a:latin typeface="Calibri"/>
              </a:rPr>
              <a:t>Identique au calcul plein ciel à 1e-10 ; même trajectoire LBFGS que la synthèse classique.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36454F"/>
                </a:solidFill>
                <a:latin typeface="Calibri"/>
              </a:rPr>
              <a:t>WebSky : de nside 256 à nside 2048 sur un GPU de 24 Go</a:t>
            </a:r>
          </a:p>
        </p:txBody>
      </p:sp>
      <p:pic>
        <p:nvPicPr>
          <p:cNvPr id="3" name="Picture 2" descr="loss_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669280" cy="34747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371600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731520"/>
                <a:gridCol w="731520"/>
                <a:gridCol w="1005840"/>
                <a:gridCol w="73152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nside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pixels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coefs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par évaluation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pic GPU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36454F"/>
                          </a:solidFill>
                          <a:latin typeface="Calibri"/>
                        </a:rPr>
                        <a:t>plein ciel classique</a:t>
                      </a:r>
                    </a:p>
                  </a:txBody>
                  <a:tcPr>
                    <a:solidFill>
                      <a:srgbClr val="D9EE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0,8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5 882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5,9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3,2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12,6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11 354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108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8,2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16 Go de géométrie seule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50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14 000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7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≈ 10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6454F"/>
                          </a:solidFill>
                          <a:latin typeface="Calibri"/>
                        </a:rPr>
                        <a:t>250 Go : impossible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92240" y="3794760"/>
            <a:ext cx="5212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7780"/>
                </a:solidFill>
                <a:latin typeface="Calibri"/>
              </a:rPr>
              <a:t>L = 4 orientations, J = 7 à 9 échelles, toutes les familles S1 à S4, cible : convergence de lentillage CMB WebSky (Stein et al. 2020).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Ce que montre la courbe : </a:t>
            </a:r>
            <a:r>
              <a:rPr sz="1400" b="0">
                <a:solidFill>
                  <a:srgbClr val="36454F"/>
                </a:solidFill>
                <a:latin typeface="Calibri"/>
              </a:rPr>
              <a:t>la perte chute de six ordres de grandeur ; le gradient par blocs n'est pas une approximation, c'est le même gradient, calculé avec une mémoire bornée par la taille du bloc.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36454F"/>
                </a:solidFill>
                <a:latin typeface="Calibri"/>
              </a:rPr>
              <a:t>Montée en résolution : </a:t>
            </a:r>
            <a:r>
              <a:rPr sz="1400" b="0">
                <a:solidFill>
                  <a:srgbClr val="36454F"/>
                </a:solidFill>
                <a:latin typeface="Calibri"/>
              </a:rPr>
              <a:t>la synthèse à 256, répliquée sur les pixels enfants plus un bruit blanc calibré sur la cible, initialise directement la synthèse à 2048, qui n'a plus qu'à créer les petites échelles.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